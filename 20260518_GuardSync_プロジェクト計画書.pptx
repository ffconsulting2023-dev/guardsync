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F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GuardSync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BEAFE"/>
                </a:solidFill>
              </a:rPr>
              <a:t>警備会社向け統合管理システム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BEAFE"/>
                </a:solidFill>
              </a:rPr>
              <a:t>プロジェクト計画書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2026年5月18日　|　MINリリース: 6月20日　|　MAXリリース: 8月末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v1.0 | 2026.05.18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プロジェクト概要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背景・目的・チーム構成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2801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競合分析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komainu.cloud（56機能）との比較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差別化戦略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4つの競合優位ポイント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5146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要件定義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MoSCoW分析・Must機能一覧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スケジュール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34日計画・マイルストーン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5760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749039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技術構成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アーキテクチャ・使用技術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9204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834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リスク管理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主要リスクと対応策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9204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49834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次のアクション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今日からやること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01. プロジェクト概要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GuardSyncとは何か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v1.0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プロジェクト名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GuardSync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ターゲット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警備会社（全国）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競合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komainu.cloud（56機能）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83480"/>
            <a:ext cx="548640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開発体制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1名 + Claude Code（AI）毎日フル稼働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585216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MINリリース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2026年6月20日（34日後）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514600"/>
            <a:ext cx="585216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MAXリリース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2026年8月末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749039"/>
            <a:ext cx="585216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技術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60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React PWA + Express + Prisma + Railway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02. 競合分析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komainu.cloud の機能構成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v1.0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競合機能数合計：56機能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48640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管制機能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6DB"/>
                </a:solidFill>
              </a:rPr>
              <a:t>15機能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状況監視・配置・シフト・報告書・管制表など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548640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隊員アプリ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6DB"/>
                </a:solidFill>
              </a:rPr>
              <a:t>11機能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出動連絡・スケジュール・チャット・休暇申請など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548640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請求機能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6DB"/>
                </a:solidFill>
              </a:rPr>
              <a:t>4機能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26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請求作成・インボイス・売掛管理・メール送信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548640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給与機能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6DB"/>
                </a:solidFill>
              </a:rPr>
              <a:t>7機能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実績管理・給与集計・年末調整・日払い連携など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691640"/>
            <a:ext cx="585216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労務管理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6DB"/>
                </a:solidFill>
              </a:rPr>
              <a:t>4機能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488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有給自動付与・有給管理・就労時間アラートなど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880360"/>
            <a:ext cx="585216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帳票/データ連携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6DB"/>
                </a:solidFill>
              </a:rPr>
              <a:t>8機能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337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CSV/Excel出力・勤怠データ・給与書類など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069080"/>
            <a:ext cx="5852160" cy="10058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114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便利機能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6DB"/>
                </a:solidFill>
              </a:rPr>
              <a:t>7機能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5262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権限設定・チャット・アラート・IVRなど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03. 差別化戦略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競合にない4つの優位ポイント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v1.0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53035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544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UI/UX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</a:rPr>
              <a:t>高品質なデザインと直感的な操作性
高齢の警備員でもワンタップで操作完結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5544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発注元連携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</a:rPr>
              <a:t>建設・建築・造園会社との双方向情報連携
受注から配置まで自動フロー化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486400" cy="2194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14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自動受付エンジン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</a:rPr>
              <a:t>LINE / メール / FAX（OCR）からの依頼を
自動取得・件名生成サジェスト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5486400" cy="2194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114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前日自動確認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</a:rPr>
              <a:t>翌日の依頼内容を前日午前中に自動送信
ゼロアクションで抜け漏れ防止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04. 要件定義（Must機能）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6月20日リリースに含む機能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v1.0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Must — 6月20日リリース必須（35機能相当）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739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管制機能 全15機能（状況監視・配置・シフト・管制表・業務レポート等）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9424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隊員アプリPWA（出動/上下番・月間スケジュール・経路案内・警備報告書）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61488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980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マスターデータ（隊員・現場/契約・協力会社・車両）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73552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権限設定・マルチテナント（複数警備会社対応）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85616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22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請求機能（請求作成・インボイス・総括・売掛管理・メール送信）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3425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LINE Official連携（お知らせ・アラート・前日自動確認・Webhook受付）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9744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自動受付エンジン（LINE/メール/FAX OCR→サジェスト）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21808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5838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実績管理・日払い管理（手数料・月末自動差引）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33872"/>
            <a:ext cx="114300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✓  契約条件設定・各種CSV出力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05. スケジュール（34日計画）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5月17日〜6月20日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v1.0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011680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5/17-5/23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188720"/>
            <a:ext cx="932688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23444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</a:rPr>
              <a:t>基盤構築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64592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DB設計・認証・マルチテナント・マスターデータ・権限設定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67712"/>
            <a:ext cx="201168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1343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249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5/24-5/30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267712"/>
            <a:ext cx="932688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2313432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管制機能（前半）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724912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状況監視・自動監視・1号/2号業務配置・ホワイトボード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46704"/>
            <a:ext cx="201168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924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039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5/31-6/06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346704"/>
            <a:ext cx="932688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3392424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管制機能（後半）＋隊員PWA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803904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月間シフト・管制表出力・業務レポート・隊員PWA4機能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25696"/>
            <a:ext cx="2011680" cy="9144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4714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88289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6/07-6/13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425696"/>
            <a:ext cx="932688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4471416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</a:rPr>
              <a:t>LINE連携・自動受付・請求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882896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LINE Official・前日確認・メール/FAX自動受付・OCR・請求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04688"/>
            <a:ext cx="2011680" cy="914400"/>
          </a:xfrm>
          <a:prstGeom prst="rect">
            <a:avLst/>
          </a:prstGeom>
          <a:solidFill>
            <a:srgbClr val="701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55040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Week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9618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6/14-6/20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5504688"/>
            <a:ext cx="932688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5550407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1A75"/>
                </a:solidFill>
              </a:rPr>
              <a:t>日払い・実績・テスト・デプロイ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961888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日払い管理・実績・CSV・結合テスト・UI調整・本番デプロイ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07. リスク管理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主要リスクと対応策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v1.0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15544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🔴 スコープ超過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→ 毎週進捗確認・Should→v2移動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15544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🔴 LINE審査遅延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→ 今週中申請・モック実装で並行開発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486400" cy="155448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🟡 特許侵害リスク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→ 独自設計（QRコード承認）で完全回避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486400" cy="15544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🔴 給与計算不正確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→ 基本形態のみ・社労士確認後にv2対応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79"/>
            <a:ext cx="5486400" cy="155448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463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🟡 FAX設定遅延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406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→ Week1中に契約完了・他チャネルで代替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754879"/>
            <a:ext cx="5486400" cy="1554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🟢 API費用超過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4406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→ コスト上限設定・キャッシュ実装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08. 次のアクション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今日・今週中にやること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v1.0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🔴 今日中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00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13716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☐  LINE Official Account 開設申請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5486400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13716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☐  Claude Code Maxプラン加入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486400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3716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☐  GitHubリポジトリ作成（guardsync）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5486400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13716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920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☐  Railway新規プロジェクト作成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🟡 今週中（5/23まで）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783080"/>
            <a:ext cx="5486400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783080"/>
            <a:ext cx="13716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87451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☐  FAX→メール変換サービス契約（eFax等）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788920"/>
            <a:ext cx="5486400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788920"/>
            <a:ext cx="13716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880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☐  LINE Messaging APIチャネル作成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794760"/>
            <a:ext cx="5486400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794760"/>
            <a:ext cx="13716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86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☐  Google Vision API有効化・課金設定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00600"/>
            <a:ext cx="5486400" cy="8229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800600"/>
            <a:ext cx="13716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8920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☐  Week1タスク（基盤構築）完了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ご確認・ご承認をお願いします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BEAFE"/>
                </a:solidFill>
              </a:rPr>
              <a:t>GuardSync プロジェクト計画書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</a:rPr>
              <a:t>MINリリース：2026年6月20日　|　MAXリリース：2026年8月末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MAXプラン（v2）— 追加要件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他社販売・FC展開・監視・優先人員融通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v1.1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2331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57784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44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🏪  SaaS販売機能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39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他社警備会社への販売
Stripe決済・プラン管理・利用レポート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23317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5778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44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🏢  独立支援・FC展開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39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フランチャイズ本部/加盟店管理
ロイヤリティ計算・独立支援パッケージ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5577840" cy="2331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557784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🔍  契約違反監視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スーパー管理者ダッシュボード
全テナントKPI監視・データ抽出・監査ログ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86200"/>
            <a:ext cx="5577840" cy="2331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5778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50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🤝  優先人員融通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262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グループ/協力企業を優先した
自動打診フロー・融通実績・バランス管理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FC展開 + 契約違反監視 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独立支援制度とスーパー管理者機能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v1.1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53949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5778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🏢 独立支援・FC展開管理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FC本部・加盟店の階層管理（親子テナント）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独立支援パッケージ（初期設定・研修資料）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2043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FC契約書の電子締結・管理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389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ロイヤリティ計算・徴収管理（売上連動/固定）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57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加盟店への本部指導記録・一括お知らせ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577840" cy="53949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55778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契約違反監視（スーパー管理者）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830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全テナントKPI監視ダッシュボード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売上・隊員数・稼働率の推移確認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2043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契約違反・異常データの自動アラート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FC契約条件の逸脱自動検知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57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テナント別データCSV/Excel抽出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61264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⚠️  利用規約にデータアクセス同意条項必須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優先人員融通管理 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協力企業・グループ企業との連携強化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GuardSync プロジェクト計画書 v1.1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53949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優先順位の設定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47472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グループ企業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最優先・特別単価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3474720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協力企業A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優先・契約単価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3474720" cy="6858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5204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協力企業B以下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通常・一般単価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自動打診フロー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8288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①  人員不足を検知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651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↓  グループ企業へ自動打診（LINE/メール）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747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↓  回答期限内に未回答 → 次順位へ自動エスカレーション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976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↓  承諾確認 → 配置に自動反映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融通実績管理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企業別融通回数・人数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6517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相互融通バランス可視化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融通条件（単価・除外現場）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2976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✓  月次レポート自動生成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LINE Works 採用（v1.2変更）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</a:rPr>
              <a:t>警備員とのコミュニケーション基盤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GuardSync プロジェクト計画書 v1.2 | 2026.05.18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📢  LINE Official → LINE Works に変更  |  警備員との業務連絡をビジネス専用ツールに統一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00" cy="47548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54864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✓  LINE Works を選ぶ理由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5212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/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</a:rPr>
              <a:t>管理者による隊員アカウント一元管理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6148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入退社時の即時アカウント停止が可能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82112"/>
            <a:ext cx="5212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735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/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278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</a:rPr>
              <a:t>既読確認が完全対応（標準機能）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6616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業務連絡の既読を確実に把握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86784"/>
            <a:ext cx="5212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782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/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325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</a:rPr>
              <a:t>チャット機能はネイティブで提供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7083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独自実装不要→開発工数を節約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91456"/>
            <a:ext cx="5212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828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/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371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</a:rPr>
              <a:t>企業向けセキュリティ強化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7550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業務データとプライベートを完全分離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96128"/>
            <a:ext cx="5212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875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/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6418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</a:rPr>
              <a:t>100名まで無料フリープラン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98017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初期コストゼロで始められる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828800"/>
            <a:ext cx="5669280" cy="4754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828800"/>
            <a:ext cx="566928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🔗  GuardSync × LINE Works 連携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377440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2377440"/>
            <a:ext cx="1097280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246888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Bot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468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お知らせ配信・アラート通知・前日自動確認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090672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090672"/>
            <a:ext cx="1097280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3182112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Bot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1821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日払い申請・休暇申請（Botフロー）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803904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803904"/>
            <a:ext cx="1097280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895344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Webhook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8953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受注依頼の自動受付→サジェスト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517136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4517136"/>
            <a:ext cx="109728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4608575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ネイティブ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608575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グループチャット（現場別チャンネル）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230368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5230368"/>
            <a:ext cx="109728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5321808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ネイティブ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53218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1対1チャット（管制↔隊員）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943600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943600"/>
            <a:ext cx="1097280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603504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OAuth 2.0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6035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隊員の認証・アカウント管理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